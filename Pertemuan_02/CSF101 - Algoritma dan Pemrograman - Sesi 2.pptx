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7" r:id="rId3"/>
    <p:sldId id="273" r:id="rId4"/>
    <p:sldId id="276" r:id="rId5"/>
    <p:sldId id="283" r:id="rId6"/>
    <p:sldId id="284" r:id="rId7"/>
    <p:sldId id="274" r:id="rId8"/>
    <p:sldId id="277" r:id="rId9"/>
    <p:sldId id="285" r:id="rId10"/>
    <p:sldId id="279" r:id="rId11"/>
    <p:sldId id="289" r:id="rId12"/>
    <p:sldId id="290" r:id="rId13"/>
    <p:sldId id="291" r:id="rId14"/>
    <p:sldId id="29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6952" y="1124744"/>
            <a:ext cx="5542384" cy="103797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59832" y="3573016"/>
            <a:ext cx="5360640" cy="4320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d-ID" dirty="0"/>
              <a:t>SESI PERKULIHAN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 userDrawn="1"/>
        </p:nvSpPr>
        <p:spPr>
          <a:xfrm>
            <a:off x="2987824" y="5132412"/>
            <a:ext cx="5360640" cy="45682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 userDrawn="1"/>
        </p:nvSpPr>
        <p:spPr>
          <a:xfrm>
            <a:off x="2969888" y="4916388"/>
            <a:ext cx="5360640" cy="43204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35896" y="2204864"/>
            <a:ext cx="4176713" cy="72072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id-ID" dirty="0"/>
              <a:t>MATA KULIAH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03575" y="4149725"/>
            <a:ext cx="5127625" cy="1198563"/>
          </a:xfrm>
          <a:prstGeom prst="rect">
            <a:avLst/>
          </a:prstGeom>
        </p:spPr>
        <p:txBody>
          <a:bodyPr/>
          <a:lstStyle>
            <a:lvl1pPr>
              <a:defRPr sz="3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id-ID" dirty="0"/>
              <a:t>Topik Perkuliahan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739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1405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868144" y="6495420"/>
            <a:ext cx="3097213" cy="33337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www.esaunggul.ac.id</a:t>
            </a:r>
          </a:p>
        </p:txBody>
      </p:sp>
    </p:spTree>
    <p:extLst>
      <p:ext uri="{BB962C8B-B14F-4D97-AF65-F5344CB8AC3E}">
        <p14:creationId xmlns:p14="http://schemas.microsoft.com/office/powerpoint/2010/main" val="1807382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68313" y="1773238"/>
            <a:ext cx="3959671" cy="417671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4643438" y="1773238"/>
            <a:ext cx="3960812" cy="4176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046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C21576B-E1C5-45F0-93D0-4652DD84499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F864BF1-00C7-481D-B429-40D01BB62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80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2938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2933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3008313" cy="129614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476672"/>
            <a:ext cx="5111750" cy="564949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44824"/>
            <a:ext cx="3008313" cy="42813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8510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160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29600" cy="926976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1916832"/>
            <a:ext cx="7992888" cy="4176464"/>
          </a:xfrm>
          <a:prstGeom prst="rect">
            <a:avLst/>
          </a:prstGeom>
        </p:spPr>
        <p:txBody>
          <a:bodyPr/>
          <a:lstStyle>
            <a:lvl1pPr marL="342900" indent="-342900" algn="l">
              <a:buFont typeface="Courier New" panose="02070309020205020404" pitchFamily="49" charset="0"/>
              <a:buChar char="o"/>
              <a:defRPr sz="24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097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www.esaunggul.ac.id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76256" y="6489371"/>
            <a:ext cx="2177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13"/>
              </a:rPr>
              <a:t>www.esaunggul.ac.id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32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60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02806" y="2179887"/>
            <a:ext cx="6145657" cy="648072"/>
          </a:xfrm>
        </p:spPr>
        <p:txBody>
          <a:bodyPr/>
          <a:lstStyle/>
          <a:p>
            <a:pPr algn="l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Nama Dosen :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Dr. Rahmat Budiarsa,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S.Kom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87824" y="3573016"/>
            <a:ext cx="5688632" cy="432048"/>
          </a:xfrm>
        </p:spPr>
        <p:txBody>
          <a:bodyPr/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Perkuliahan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02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27784" y="1268760"/>
            <a:ext cx="6151123" cy="720080"/>
          </a:xfrm>
        </p:spPr>
        <p:txBody>
          <a:bodyPr/>
          <a:lstStyle/>
          <a:p>
            <a:pPr algn="l"/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Matakuliah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Algoritma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2987824" y="4149080"/>
            <a:ext cx="5616624" cy="1367507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i="1" dirty="0"/>
              <a:t>Flowchart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Pseudocode 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68808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468313" y="765175"/>
            <a:ext cx="8229600" cy="927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4000" dirty="0"/>
              <a:t>Diagram </a:t>
            </a:r>
            <a:r>
              <a:rPr lang="en-US" sz="4000" dirty="0" err="1"/>
              <a:t>Alir</a:t>
            </a:r>
            <a:r>
              <a:rPr lang="en-US" sz="4000" dirty="0"/>
              <a:t> ( Flowchart )</a:t>
            </a:r>
            <a:endParaRPr lang="en-US" altLang="en-US" sz="4000" dirty="0">
              <a:latin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7544" y="1916113"/>
            <a:ext cx="8208912" cy="4176712"/>
          </a:xfrm>
        </p:spPr>
        <p:txBody>
          <a:bodyPr/>
          <a:lstStyle/>
          <a:p>
            <a:r>
              <a:rPr lang="en-US" dirty="0" err="1"/>
              <a:t>Simbol</a:t>
            </a:r>
            <a:r>
              <a:rPr lang="en-US" dirty="0"/>
              <a:t> — </a:t>
            </a:r>
            <a:r>
              <a:rPr lang="en-US" dirty="0" err="1"/>
              <a:t>simbol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pernyataan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aliran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yang </a:t>
            </a:r>
            <a:r>
              <a:rPr lang="en-US" dirty="0" err="1"/>
              <a:t>ditunjukkan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Simbol</a:t>
            </a:r>
            <a:r>
              <a:rPr lang="en-US" dirty="0"/>
              <a:t> yang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Fungsi</a:t>
            </a:r>
            <a:r>
              <a:rPr lang="en-US" dirty="0"/>
              <a:t> Diagram </a:t>
            </a:r>
            <a:r>
              <a:rPr lang="en-US" dirty="0" err="1"/>
              <a:t>alir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— </a:t>
            </a:r>
            <a:r>
              <a:rPr lang="en-US" dirty="0" err="1"/>
              <a:t>langkah</a:t>
            </a:r>
            <a:r>
              <a:rPr lang="en-US" dirty="0"/>
              <a:t> </a:t>
            </a:r>
            <a:r>
              <a:rPr lang="en-US" dirty="0" err="1"/>
              <a:t>penyelesaian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/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bermanfaat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sesuah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program </a:t>
            </a:r>
            <a:r>
              <a:rPr lang="en-US" dirty="0" err="1"/>
              <a:t>atau</a:t>
            </a:r>
            <a:r>
              <a:rPr lang="en-US" dirty="0"/>
              <a:t> program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tersedia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8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468313" y="765175"/>
            <a:ext cx="8229600" cy="927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err="1"/>
              <a:t>Simbol</a:t>
            </a:r>
            <a:r>
              <a:rPr lang="en-US" dirty="0"/>
              <a:t> — 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diagram </a:t>
            </a:r>
            <a:r>
              <a:rPr lang="en-US" dirty="0" err="1"/>
              <a:t>alir</a:t>
            </a:r>
            <a:r>
              <a:rPr lang="en-US" dirty="0"/>
              <a:t>                (Flowchart)</a:t>
            </a:r>
            <a:endParaRPr lang="en-US" altLang="en-US" sz="4000" dirty="0">
              <a:latin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7544" y="1916113"/>
            <a:ext cx="8208912" cy="4176712"/>
          </a:xfrm>
        </p:spPr>
        <p:txBody>
          <a:bodyPr/>
          <a:lstStyle/>
          <a:p>
            <a:pPr lvl="0"/>
            <a:r>
              <a:rPr lang="en-US" dirty="0"/>
              <a:t>Processor </a:t>
            </a:r>
          </a:p>
          <a:p>
            <a:pPr marL="0" lvl="0" indent="0">
              <a:buNone/>
            </a:pPr>
            <a:r>
              <a:rPr lang="en-US" dirty="0" err="1"/>
              <a:t>Simbol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proses </a:t>
            </a:r>
            <a:r>
              <a:rPr lang="en-US" dirty="0" err="1"/>
              <a:t>pengolahan</a:t>
            </a:r>
            <a:r>
              <a:rPr lang="en-US" dirty="0"/>
              <a:t> data </a:t>
            </a:r>
            <a:r>
              <a:rPr lang="en-US" dirty="0" err="1"/>
              <a:t>baik</a:t>
            </a:r>
            <a:r>
              <a:rPr lang="en-US" dirty="0"/>
              <a:t> 1 data </a:t>
            </a:r>
            <a:r>
              <a:rPr lang="en-US" dirty="0" err="1"/>
              <a:t>ataupun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.</a:t>
            </a:r>
            <a:endParaRPr lang="en-US" sz="2800" dirty="0"/>
          </a:p>
          <a:p>
            <a:pPr lvl="0"/>
            <a:r>
              <a:rPr lang="en-US" dirty="0"/>
              <a:t>Decision</a:t>
            </a:r>
          </a:p>
          <a:p>
            <a:pPr marL="0" lvl="0" indent="0">
              <a:buNone/>
            </a:pPr>
            <a:r>
              <a:rPr lang="en-US" dirty="0" err="1"/>
              <a:t>Simbol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proses </a:t>
            </a:r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/ </a:t>
            </a:r>
            <a:r>
              <a:rPr lang="en-US" dirty="0" err="1"/>
              <a:t>pemilihan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melanjut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</a:t>
            </a:r>
            <a:r>
              <a:rPr lang="en-US" dirty="0" err="1"/>
              <a:t>selanjutnya</a:t>
            </a:r>
            <a:endParaRPr lang="en-US" sz="2800" dirty="0"/>
          </a:p>
          <a:p>
            <a:pPr lvl="0"/>
            <a:r>
              <a:rPr lang="en-US" dirty="0"/>
              <a:t>Input / Output </a:t>
            </a:r>
          </a:p>
          <a:p>
            <a:pPr marL="0" lvl="0" indent="0">
              <a:buNone/>
            </a:pPr>
            <a:r>
              <a:rPr lang="en-US" dirty="0" err="1"/>
              <a:t>Simbol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proses </a:t>
            </a:r>
            <a:r>
              <a:rPr lang="en-US" dirty="0" err="1"/>
              <a:t>memasukkan</a:t>
            </a:r>
            <a:r>
              <a:rPr lang="en-US" dirty="0"/>
              <a:t> data </a:t>
            </a:r>
            <a:r>
              <a:rPr lang="en-US" dirty="0" err="1"/>
              <a:t>ataupun</a:t>
            </a:r>
            <a:r>
              <a:rPr lang="en-US" dirty="0"/>
              <a:t> </a:t>
            </a:r>
            <a:r>
              <a:rPr lang="en-US" dirty="0" err="1"/>
              <a:t>mencetak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data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6786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7544" y="1447800"/>
            <a:ext cx="8208912" cy="4645025"/>
          </a:xfrm>
        </p:spPr>
        <p:txBody>
          <a:bodyPr/>
          <a:lstStyle/>
          <a:p>
            <a:pPr lvl="0"/>
            <a:r>
              <a:rPr lang="en-US" sz="2800" dirty="0" err="1"/>
              <a:t>Cetak</a:t>
            </a:r>
            <a:r>
              <a:rPr lang="en-US" sz="2800" dirty="0"/>
              <a:t> Document </a:t>
            </a:r>
          </a:p>
          <a:p>
            <a:pPr marL="0" lvl="0" indent="0">
              <a:buNone/>
            </a:pPr>
            <a:r>
              <a:rPr lang="en-US" sz="2800" dirty="0" err="1"/>
              <a:t>Simbol</a:t>
            </a:r>
            <a:r>
              <a:rPr lang="en-US" sz="2800" dirty="0"/>
              <a:t> yang </a:t>
            </a:r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jika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proses </a:t>
            </a:r>
            <a:r>
              <a:rPr lang="en-US" sz="2800" dirty="0" err="1"/>
              <a:t>mencetak</a:t>
            </a:r>
            <a:r>
              <a:rPr lang="en-US" sz="2800" dirty="0"/>
              <a:t> </a:t>
            </a:r>
            <a:r>
              <a:rPr lang="en-US" sz="2800" dirty="0" err="1"/>
              <a:t>sebuah</a:t>
            </a:r>
            <a:r>
              <a:rPr lang="en-US" sz="2800" dirty="0"/>
              <a:t> </a:t>
            </a:r>
            <a:r>
              <a:rPr lang="en-US" sz="2800" dirty="0" err="1"/>
              <a:t>dokumen</a:t>
            </a:r>
            <a:r>
              <a:rPr lang="en-US" sz="2800" dirty="0"/>
              <a:t> </a:t>
            </a:r>
            <a:r>
              <a:rPr lang="en-US" sz="2800" dirty="0" err="1"/>
              <a:t>fisik</a:t>
            </a:r>
            <a:r>
              <a:rPr lang="en-US" sz="2800" dirty="0"/>
              <a:t> </a:t>
            </a:r>
          </a:p>
          <a:p>
            <a:pPr marL="0" lvl="0" indent="0">
              <a:buNone/>
            </a:pPr>
            <a:endParaRPr lang="en-US" sz="3200" dirty="0"/>
          </a:p>
          <a:p>
            <a:pPr lvl="0"/>
            <a:r>
              <a:rPr lang="en-US" sz="2800" dirty="0"/>
              <a:t>Start / End </a:t>
            </a:r>
            <a:r>
              <a:rPr lang="en-US" sz="2800" dirty="0" err="1"/>
              <a:t>Termitator</a:t>
            </a:r>
            <a:endParaRPr lang="en-US" sz="2800" dirty="0"/>
          </a:p>
          <a:p>
            <a:pPr marL="0" lvl="0" indent="0">
              <a:buNone/>
            </a:pPr>
            <a:r>
              <a:rPr lang="en-US" sz="2800" dirty="0" err="1"/>
              <a:t>Simbol</a:t>
            </a:r>
            <a:r>
              <a:rPr lang="en-US" sz="2800" dirty="0"/>
              <a:t> yang </a:t>
            </a:r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jika</a:t>
            </a:r>
            <a:r>
              <a:rPr lang="en-US" sz="2800" dirty="0"/>
              <a:t> </a:t>
            </a:r>
            <a:r>
              <a:rPr lang="en-US" sz="2800" dirty="0" err="1"/>
              <a:t>mau</a:t>
            </a:r>
            <a:r>
              <a:rPr lang="en-US" sz="2800" dirty="0"/>
              <a:t> </a:t>
            </a:r>
            <a:r>
              <a:rPr lang="en-US" sz="2800" dirty="0" err="1"/>
              <a:t>memulai</a:t>
            </a:r>
            <a:r>
              <a:rPr lang="en-US" sz="2800" dirty="0"/>
              <a:t> / </a:t>
            </a:r>
            <a:r>
              <a:rPr lang="en-US" sz="2800" dirty="0" err="1"/>
              <a:t>menghentikan</a:t>
            </a:r>
            <a:r>
              <a:rPr lang="en-US" sz="2800" dirty="0"/>
              <a:t> </a:t>
            </a:r>
            <a:r>
              <a:rPr lang="en-US" sz="2800" dirty="0" err="1"/>
              <a:t>sebuah</a:t>
            </a:r>
            <a:r>
              <a:rPr lang="en-US" sz="2800" dirty="0"/>
              <a:t> diagram </a:t>
            </a:r>
            <a:r>
              <a:rPr lang="en-US" sz="2800" dirty="0" err="1"/>
              <a:t>alir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914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1000" y="1600200"/>
            <a:ext cx="7992888" cy="4176464"/>
          </a:xfrm>
        </p:spPr>
        <p:txBody>
          <a:bodyPr/>
          <a:lstStyle/>
          <a:p>
            <a:pPr lvl="0"/>
            <a:r>
              <a:rPr lang="en-US" sz="2800" dirty="0"/>
              <a:t>Line Connector </a:t>
            </a:r>
          </a:p>
          <a:p>
            <a:pPr marL="0" lvl="0" indent="0">
              <a:buNone/>
            </a:pPr>
            <a:r>
              <a:rPr lang="en-US" sz="2800" dirty="0" err="1"/>
              <a:t>Simbol</a:t>
            </a:r>
            <a:r>
              <a:rPr lang="en-US" sz="2800" dirty="0"/>
              <a:t> yang </a:t>
            </a:r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menyambung</a:t>
            </a:r>
            <a:r>
              <a:rPr lang="en-US" sz="2800" dirty="0"/>
              <a:t> / </a:t>
            </a:r>
            <a:r>
              <a:rPr lang="en-US" sz="2800" dirty="0" err="1"/>
              <a:t>mengarahkan</a:t>
            </a:r>
            <a:r>
              <a:rPr lang="en-US" sz="2800" dirty="0"/>
              <a:t> </a:t>
            </a:r>
            <a:r>
              <a:rPr lang="en-US" sz="2800" dirty="0" err="1"/>
              <a:t>alur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Simbol</a:t>
            </a:r>
            <a:r>
              <a:rPr lang="en-US" sz="2800" dirty="0"/>
              <a:t> — </a:t>
            </a:r>
            <a:r>
              <a:rPr lang="en-US" sz="2800" dirty="0" err="1"/>
              <a:t>simbol</a:t>
            </a:r>
            <a:r>
              <a:rPr lang="en-US" sz="2800" dirty="0"/>
              <a:t> </a:t>
            </a:r>
            <a:r>
              <a:rPr lang="en-US" sz="2800" dirty="0" err="1"/>
              <a:t>Ruang</a:t>
            </a:r>
            <a:r>
              <a:rPr lang="en-US" sz="2800" dirty="0"/>
              <a:t> yang lain</a:t>
            </a:r>
          </a:p>
          <a:p>
            <a:pPr marL="0" lvl="0" indent="0">
              <a:buNone/>
            </a:pPr>
            <a:endParaRPr lang="en-US" sz="2800" dirty="0"/>
          </a:p>
          <a:p>
            <a:pPr lvl="0"/>
            <a:r>
              <a:rPr lang="en-US" sz="2800" dirty="0"/>
              <a:t>Loop Connector</a:t>
            </a:r>
          </a:p>
          <a:p>
            <a:pPr marL="0" lvl="0" indent="0">
              <a:buNone/>
            </a:pPr>
            <a:r>
              <a:rPr lang="en-US" sz="2800" dirty="0" err="1"/>
              <a:t>Simbol</a:t>
            </a:r>
            <a:r>
              <a:rPr lang="en-US" sz="2800" dirty="0"/>
              <a:t> yang </a:t>
            </a:r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jika</a:t>
            </a:r>
            <a:r>
              <a:rPr lang="en-US" sz="2800" dirty="0"/>
              <a:t> </a:t>
            </a:r>
            <a:r>
              <a:rPr lang="en-US" sz="2800" dirty="0" err="1"/>
              <a:t>adanya</a:t>
            </a:r>
            <a:r>
              <a:rPr lang="en-US" sz="2800" dirty="0"/>
              <a:t> proses </a:t>
            </a:r>
            <a:r>
              <a:rPr lang="en-US" sz="2800" dirty="0" err="1"/>
              <a:t>perulangan</a:t>
            </a:r>
            <a:r>
              <a:rPr lang="en-US" sz="2800" dirty="0"/>
              <a:t> </a:t>
            </a:r>
            <a:r>
              <a:rPr lang="en-US" sz="2800" dirty="0" err="1"/>
              <a:t>pada</a:t>
            </a:r>
            <a:r>
              <a:rPr lang="en-US" sz="2800" dirty="0"/>
              <a:t> </a:t>
            </a:r>
            <a:r>
              <a:rPr lang="en-US" sz="2800" dirty="0" err="1"/>
              <a:t>alur</a:t>
            </a:r>
            <a:r>
              <a:rPr lang="en-US" sz="2800" dirty="0"/>
              <a:t> Diagram </a:t>
            </a:r>
            <a:r>
              <a:rPr lang="en-US" sz="2800" dirty="0" err="1"/>
              <a:t>Alir</a:t>
            </a:r>
            <a:r>
              <a:rPr lang="en-US" sz="2800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7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24044" y="838200"/>
            <a:ext cx="7634156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47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468313" y="765175"/>
            <a:ext cx="8229600" cy="927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/>
            <a:r>
              <a:rPr lang="en-US" b="1" dirty="0"/>
              <a:t>PSEUDOCODE 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78657" y="1524000"/>
            <a:ext cx="8208912" cy="4495800"/>
          </a:xfrm>
        </p:spPr>
        <p:txBody>
          <a:bodyPr/>
          <a:lstStyle/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dirty="0" err="1"/>
              <a:t>Bentuk</a:t>
            </a:r>
            <a:r>
              <a:rPr lang="en-US" dirty="0"/>
              <a:t> informal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mendeskripsikan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yang </a:t>
            </a:r>
            <a:r>
              <a:rPr lang="en-US" dirty="0" err="1"/>
              <a:t>mengikuti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detail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merangkum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input , proses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outputmya</a:t>
            </a:r>
            <a:r>
              <a:rPr lang="en-US" dirty="0"/>
              <a:t>.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dirty="0"/>
          </a:p>
          <a:p>
            <a:pPr fontAlgn="base"/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Pseudocode :</a:t>
            </a:r>
          </a:p>
          <a:p>
            <a:pPr marL="0" indent="0" fontAlgn="base">
              <a:buNone/>
            </a:pPr>
            <a:r>
              <a:rPr lang="en-US" dirty="0"/>
              <a:t>1.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dibaca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manusia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2.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dipahami</a:t>
            </a: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3.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menuangkan</a:t>
            </a:r>
            <a:r>
              <a:rPr lang="en-US" dirty="0"/>
              <a:t> ide/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pemikiran</a:t>
            </a:r>
            <a:endParaRPr lang="en-US" dirty="0"/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6786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sz="half" idx="2"/>
          </p:nvPr>
        </p:nvSpPr>
        <p:spPr bwMode="auto">
          <a:xfrm>
            <a:off x="468312" y="1771848"/>
            <a:ext cx="8218487" cy="3746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33308" rIns="0" bIns="22376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Open Sans"/>
              </a:rPr>
              <a:t>Struktur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Open Sans"/>
              </a:rPr>
              <a:t> Pseudocode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Judul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Berisi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Judul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Algoritma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Deskripsi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Berisi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Deklarasi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Variabel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atau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Konstantan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Implementasi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Berisi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Inti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Algoritma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38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1000" y="1219200"/>
            <a:ext cx="7992888" cy="4176464"/>
          </a:xfrm>
        </p:spPr>
        <p:txBody>
          <a:bodyPr/>
          <a:lstStyle/>
          <a:p>
            <a:pPr lvl="0"/>
            <a:r>
              <a:rPr lang="en-US" sz="2800" i="1" dirty="0" err="1"/>
              <a:t>Mulai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i="1" dirty="0"/>
              <a:t>Input a, b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i="1" dirty="0"/>
              <a:t>c = a + b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i="1" dirty="0"/>
              <a:t>Print “c”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i="1" dirty="0" err="1"/>
              <a:t>Selesai</a:t>
            </a:r>
            <a:endParaRPr lang="en-US" dirty="0"/>
          </a:p>
          <a:p>
            <a:pPr lvl="0"/>
            <a:endParaRPr lang="en-US" altLang="en-US" sz="2800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Yang </a:t>
            </a:r>
            <a:r>
              <a:rPr lang="en-US" altLang="en-US" sz="2800" dirty="0" err="1">
                <a:solidFill>
                  <a:schemeClr val="tx1"/>
                </a:solidFill>
              </a:rPr>
              <a:t>perlu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diperhatikan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adalah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makna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simbol</a:t>
            </a:r>
            <a:r>
              <a:rPr lang="en-US" altLang="en-US" sz="2800" dirty="0">
                <a:solidFill>
                  <a:schemeClr val="tx1"/>
                </a:solidFill>
              </a:rPr>
              <a:t> Boolean agar </a:t>
            </a:r>
            <a:r>
              <a:rPr lang="en-US" altLang="en-US" sz="2800" dirty="0" err="1">
                <a:solidFill>
                  <a:schemeClr val="tx1"/>
                </a:solidFill>
              </a:rPr>
              <a:t>tidak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merubah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makna</a:t>
            </a:r>
            <a:r>
              <a:rPr lang="en-US" altLang="en-US" sz="2800" dirty="0">
                <a:solidFill>
                  <a:schemeClr val="tx1"/>
                </a:solidFill>
              </a:rPr>
              <a:t> proses</a:t>
            </a:r>
          </a:p>
        </p:txBody>
      </p:sp>
    </p:spTree>
    <p:extLst>
      <p:ext uri="{BB962C8B-B14F-4D97-AF65-F5344CB8AC3E}">
        <p14:creationId xmlns:p14="http://schemas.microsoft.com/office/powerpoint/2010/main" val="420937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7544" y="2492897"/>
            <a:ext cx="8208912" cy="720079"/>
          </a:xfrm>
        </p:spPr>
        <p:txBody>
          <a:bodyPr/>
          <a:lstStyle/>
          <a:p>
            <a:pPr marL="0" indent="0" algn="ctr" fontAlgn="auto">
              <a:spcAft>
                <a:spcPts val="0"/>
              </a:spcAft>
              <a:buNone/>
              <a:defRPr/>
            </a:pPr>
            <a:r>
              <a:rPr lang="en-US" sz="2800" dirty="0" err="1"/>
              <a:t>Terima</a:t>
            </a:r>
            <a:r>
              <a:rPr lang="en-US" sz="2800" dirty="0"/>
              <a:t> </a:t>
            </a:r>
            <a:r>
              <a:rPr lang="en-US" sz="2800" dirty="0" err="1"/>
              <a:t>Kasih</a:t>
            </a:r>
            <a:endParaRPr lang="en-US" sz="2800" dirty="0"/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3938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Tambah</a:t>
            </a:r>
            <a:r>
              <a:rPr lang="en-US" dirty="0" smtClean="0"/>
              <a:t> CR001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20260801159-Reffy </a:t>
            </a:r>
            <a:r>
              <a:rPr lang="en-US" sz="2000" dirty="0" err="1" smtClean="0">
                <a:solidFill>
                  <a:schemeClr val="tx1"/>
                </a:solidFill>
              </a:rPr>
              <a:t>Yudhistira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20260801055  </a:t>
            </a:r>
            <a:r>
              <a:rPr lang="en-US" sz="2000" dirty="0" err="1" smtClean="0">
                <a:solidFill>
                  <a:schemeClr val="tx1"/>
                </a:solidFill>
              </a:rPr>
              <a:t>Natanael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Anggia</a:t>
            </a:r>
            <a:r>
              <a:rPr lang="en-US" sz="2000" dirty="0" smtClean="0">
                <a:solidFill>
                  <a:schemeClr val="tx1"/>
                </a:solidFill>
              </a:rPr>
              <a:t> P.S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20260801103 – </a:t>
            </a:r>
            <a:r>
              <a:rPr lang="en-US" sz="2000" dirty="0" err="1" smtClean="0">
                <a:solidFill>
                  <a:schemeClr val="tx1"/>
                </a:solidFill>
              </a:rPr>
              <a:t>Ilham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Bahtian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Nur</a:t>
            </a:r>
            <a:r>
              <a:rPr lang="en-US" sz="2000" dirty="0" smtClean="0">
                <a:solidFill>
                  <a:schemeClr val="tx1"/>
                </a:solidFill>
              </a:rPr>
              <a:t> Aziz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20260801047 – </a:t>
            </a:r>
            <a:r>
              <a:rPr lang="en-US" sz="2000" dirty="0" err="1" smtClean="0">
                <a:solidFill>
                  <a:schemeClr val="tx1"/>
                </a:solidFill>
              </a:rPr>
              <a:t>Reynaldi</a:t>
            </a:r>
            <a:r>
              <a:rPr lang="en-US" sz="2000" dirty="0" smtClean="0">
                <a:solidFill>
                  <a:schemeClr val="tx1"/>
                </a:solidFill>
              </a:rPr>
              <a:t> Julian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20260801087 – </a:t>
            </a:r>
            <a:r>
              <a:rPr lang="en-US" sz="2000" dirty="0" err="1" smtClean="0">
                <a:solidFill>
                  <a:schemeClr val="tx1"/>
                </a:solidFill>
              </a:rPr>
              <a:t>Fakhri</a:t>
            </a:r>
            <a:r>
              <a:rPr lang="en-US" sz="2000" dirty="0" smtClean="0">
                <a:solidFill>
                  <a:schemeClr val="tx1"/>
                </a:solidFill>
              </a:rPr>
              <a:t> Ahmad </a:t>
            </a:r>
            <a:r>
              <a:rPr lang="en-US" sz="2000" dirty="0" err="1" smtClean="0">
                <a:solidFill>
                  <a:schemeClr val="tx1"/>
                </a:solidFill>
              </a:rPr>
              <a:t>Zahir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20260801150-Zakie </a:t>
            </a:r>
            <a:r>
              <a:rPr lang="en-US" sz="2000" dirty="0" err="1" smtClean="0">
                <a:solidFill>
                  <a:schemeClr val="tx1"/>
                </a:solidFill>
              </a:rPr>
              <a:t>Hauzan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20260801025-Eric </a:t>
            </a:r>
            <a:r>
              <a:rPr lang="en-US" sz="2000" dirty="0" err="1" smtClean="0">
                <a:solidFill>
                  <a:schemeClr val="tx1"/>
                </a:solidFill>
              </a:rPr>
              <a:t>Atma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Wijaya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20260803085 – Muhammad Rafi </a:t>
            </a:r>
            <a:r>
              <a:rPr lang="en-US" sz="2000" dirty="0" err="1">
                <a:solidFill>
                  <a:schemeClr val="tx1"/>
                </a:solidFill>
              </a:rPr>
              <a:t>Sugiarto</a:t>
            </a:r>
            <a:endParaRPr lang="en-US" sz="2000" dirty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20260801113 – </a:t>
            </a:r>
            <a:r>
              <a:rPr lang="en-US" sz="2000" dirty="0" err="1">
                <a:solidFill>
                  <a:schemeClr val="tx1"/>
                </a:solidFill>
              </a:rPr>
              <a:t>Cheryne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Noorfalliha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Putri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20260803021  - </a:t>
            </a:r>
            <a:r>
              <a:rPr lang="en-US" sz="2000" dirty="0" err="1" smtClean="0">
                <a:solidFill>
                  <a:schemeClr val="tx1"/>
                </a:solidFill>
              </a:rPr>
              <a:t>Haidar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Luthfi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Zhafran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20260801133 – </a:t>
            </a:r>
            <a:r>
              <a:rPr lang="en-US" sz="2000" dirty="0" err="1" smtClean="0">
                <a:solidFill>
                  <a:schemeClr val="tx1"/>
                </a:solidFill>
              </a:rPr>
              <a:t>Fitria</a:t>
            </a:r>
            <a:r>
              <a:rPr lang="en-US" sz="2000" dirty="0" smtClean="0">
                <a:solidFill>
                  <a:schemeClr val="tx1"/>
                </a:solidFill>
              </a:rPr>
              <a:t> Citra </a:t>
            </a:r>
            <a:r>
              <a:rPr lang="en-US" sz="2000" dirty="0" err="1" smtClean="0">
                <a:solidFill>
                  <a:schemeClr val="tx1"/>
                </a:solidFill>
              </a:rPr>
              <a:t>Rahayu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20260801015 – Mario </a:t>
            </a:r>
            <a:r>
              <a:rPr lang="en-US" sz="2000" dirty="0" err="1" smtClean="0">
                <a:solidFill>
                  <a:schemeClr val="tx1"/>
                </a:solidFill>
              </a:rPr>
              <a:t>Aprilliano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Danuarta</a:t>
            </a:r>
            <a:endParaRPr lang="en-US" sz="2000" dirty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49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 err="1" smtClean="0"/>
              <a:t>Latihan</a:t>
            </a:r>
            <a:r>
              <a:rPr lang="en-US" dirty="0" smtClean="0"/>
              <a:t> CR001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20260801055 – </a:t>
            </a:r>
            <a:r>
              <a:rPr lang="en-US" sz="1800" dirty="0" err="1" smtClean="0">
                <a:solidFill>
                  <a:schemeClr val="tx1"/>
                </a:solidFill>
              </a:rPr>
              <a:t>Natanael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Anggia</a:t>
            </a:r>
            <a:r>
              <a:rPr lang="en-US" sz="1800" dirty="0" smtClean="0">
                <a:solidFill>
                  <a:schemeClr val="tx1"/>
                </a:solidFill>
              </a:rPr>
              <a:t> P.S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20260803031 </a:t>
            </a:r>
            <a:r>
              <a:rPr lang="en-US" sz="1800" dirty="0" err="1" smtClean="0">
                <a:solidFill>
                  <a:schemeClr val="tx1"/>
                </a:solidFill>
              </a:rPr>
              <a:t>Alya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Novelia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Adi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putri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20260801107 – M </a:t>
            </a:r>
            <a:r>
              <a:rPr lang="en-US" sz="1800" dirty="0" err="1" smtClean="0">
                <a:solidFill>
                  <a:schemeClr val="tx1"/>
                </a:solidFill>
              </a:rPr>
              <a:t>Faqih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Ardine</a:t>
            </a:r>
            <a:r>
              <a:rPr lang="en-US" sz="1800" dirty="0" smtClean="0">
                <a:solidFill>
                  <a:schemeClr val="tx1"/>
                </a:solidFill>
              </a:rPr>
              <a:t> P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20260803062 – Nadia </a:t>
            </a:r>
            <a:r>
              <a:rPr lang="en-US" sz="1800" dirty="0" err="1" smtClean="0">
                <a:solidFill>
                  <a:schemeClr val="tx1"/>
                </a:solidFill>
              </a:rPr>
              <a:t>Dwi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Ramadhani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20260803050    - Muhammad </a:t>
            </a:r>
            <a:r>
              <a:rPr lang="en-US" sz="1800" dirty="0" err="1" smtClean="0">
                <a:solidFill>
                  <a:schemeClr val="tx1"/>
                </a:solidFill>
              </a:rPr>
              <a:t>daffa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maulana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20260801133 – </a:t>
            </a:r>
            <a:r>
              <a:rPr lang="en-US" sz="1800" dirty="0" err="1">
                <a:solidFill>
                  <a:schemeClr val="tx1"/>
                </a:solidFill>
              </a:rPr>
              <a:t>Fitria</a:t>
            </a:r>
            <a:r>
              <a:rPr lang="en-US" sz="1800" dirty="0">
                <a:solidFill>
                  <a:schemeClr val="tx1"/>
                </a:solidFill>
              </a:rPr>
              <a:t> Citra </a:t>
            </a:r>
            <a:r>
              <a:rPr lang="en-US" sz="1800" dirty="0" err="1">
                <a:solidFill>
                  <a:schemeClr val="tx1"/>
                </a:solidFill>
              </a:rPr>
              <a:t>Rahayu</a:t>
            </a:r>
            <a:endParaRPr lang="en-US" sz="1800" dirty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20260801033 - Anan </a:t>
            </a:r>
            <a:r>
              <a:rPr lang="en-US" sz="1800" dirty="0" err="1">
                <a:solidFill>
                  <a:schemeClr val="tx1"/>
                </a:solidFill>
              </a:rPr>
              <a:t>Adly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Wiratama</a:t>
            </a:r>
            <a:endParaRPr lang="en-US" sz="1800" dirty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20260803021 – </a:t>
            </a:r>
            <a:r>
              <a:rPr lang="en-US" sz="1800" dirty="0" err="1">
                <a:solidFill>
                  <a:schemeClr val="tx1"/>
                </a:solidFill>
              </a:rPr>
              <a:t>Haidar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Luthfi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Zhafran</a:t>
            </a:r>
            <a:endParaRPr lang="en-US" sz="1800" dirty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20260803075 – </a:t>
            </a:r>
            <a:r>
              <a:rPr lang="en-US" sz="1800" dirty="0" err="1">
                <a:solidFill>
                  <a:schemeClr val="tx1"/>
                </a:solidFill>
              </a:rPr>
              <a:t>Resha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Salsabilla</a:t>
            </a:r>
            <a:r>
              <a:rPr lang="en-US" sz="1800" dirty="0">
                <a:solidFill>
                  <a:schemeClr val="tx1"/>
                </a:solidFill>
              </a:rPr>
              <a:t> Amelia </a:t>
            </a:r>
            <a:r>
              <a:rPr lang="en-US" sz="1800" dirty="0" err="1">
                <a:solidFill>
                  <a:schemeClr val="tx1"/>
                </a:solidFill>
              </a:rPr>
              <a:t>Anasyan</a:t>
            </a:r>
            <a:endParaRPr lang="en-US" sz="1800" dirty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20260803016</a:t>
            </a:r>
            <a:r>
              <a:rPr lang="en-US" sz="1800" dirty="0">
                <a:solidFill>
                  <a:schemeClr val="tx1"/>
                </a:solidFill>
              </a:rPr>
              <a:t>  </a:t>
            </a:r>
            <a:r>
              <a:rPr lang="en-US" sz="1800" dirty="0" err="1" smtClean="0">
                <a:solidFill>
                  <a:schemeClr val="tx1"/>
                </a:solidFill>
              </a:rPr>
              <a:t>Rangga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Adiyatma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Adisty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20260801046 </a:t>
            </a:r>
            <a:r>
              <a:rPr lang="en-US" sz="1800" dirty="0" err="1" smtClean="0">
                <a:solidFill>
                  <a:schemeClr val="tx1"/>
                </a:solidFill>
              </a:rPr>
              <a:t>Cantika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Fauziah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20260803046 </a:t>
            </a:r>
            <a:r>
              <a:rPr lang="en-US" sz="1800" dirty="0" err="1" smtClean="0">
                <a:solidFill>
                  <a:schemeClr val="tx1"/>
                </a:solidFill>
              </a:rPr>
              <a:t>egita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cahya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haricenu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20260801103 </a:t>
            </a:r>
            <a:r>
              <a:rPr lang="en-US" sz="1800" dirty="0" err="1" smtClean="0">
                <a:solidFill>
                  <a:schemeClr val="tx1"/>
                </a:solidFill>
              </a:rPr>
              <a:t>Ilham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Bahtian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Nur</a:t>
            </a:r>
            <a:r>
              <a:rPr lang="en-US" sz="1800" dirty="0" smtClean="0">
                <a:solidFill>
                  <a:schemeClr val="tx1"/>
                </a:solidFill>
              </a:rPr>
              <a:t> Aziz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20260801054  </a:t>
            </a:r>
            <a:r>
              <a:rPr lang="en-US" sz="1800" dirty="0" err="1" smtClean="0">
                <a:solidFill>
                  <a:schemeClr val="tx1"/>
                </a:solidFill>
              </a:rPr>
              <a:t>Princeysha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Aureli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Putri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20260801161 </a:t>
            </a:r>
            <a:r>
              <a:rPr lang="en-US" sz="1800" dirty="0" err="1" smtClean="0">
                <a:solidFill>
                  <a:schemeClr val="tx1"/>
                </a:solidFill>
              </a:rPr>
              <a:t>Kadek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Cantika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Andarania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20260801015 – Mario </a:t>
            </a:r>
            <a:r>
              <a:rPr lang="en-US" sz="1800" dirty="0" err="1" smtClean="0">
                <a:solidFill>
                  <a:schemeClr val="tx1"/>
                </a:solidFill>
              </a:rPr>
              <a:t>Aprilliano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Danuarta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20260801113 – </a:t>
            </a:r>
            <a:r>
              <a:rPr lang="en-US" sz="1800" dirty="0" err="1" smtClean="0">
                <a:solidFill>
                  <a:schemeClr val="tx1"/>
                </a:solidFill>
              </a:rPr>
              <a:t>Cheryne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Noorfalliha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Putri</a:t>
            </a:r>
            <a:endParaRPr lang="en-US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345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Tambah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20260801212-Vito </a:t>
            </a:r>
            <a:r>
              <a:rPr lang="en-US" sz="2000" dirty="0" err="1" smtClean="0">
                <a:solidFill>
                  <a:schemeClr val="tx1"/>
                </a:solidFill>
              </a:rPr>
              <a:t>Andolini</a:t>
            </a:r>
            <a:r>
              <a:rPr lang="en-US" sz="2000" dirty="0" smtClean="0">
                <a:solidFill>
                  <a:schemeClr val="tx1"/>
                </a:solidFill>
              </a:rPr>
              <a:t> Josias </a:t>
            </a:r>
            <a:r>
              <a:rPr lang="en-US" sz="2000" dirty="0" err="1" smtClean="0">
                <a:solidFill>
                  <a:schemeClr val="tx1"/>
                </a:solidFill>
              </a:rPr>
              <a:t>Dahiang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Kiroyan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20260801202 Leonel Nathan </a:t>
            </a:r>
            <a:r>
              <a:rPr lang="en-US" sz="2000" dirty="0" err="1" smtClean="0">
                <a:solidFill>
                  <a:schemeClr val="tx1"/>
                </a:solidFill>
              </a:rPr>
              <a:t>Oktaviano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20260801246 Linda </a:t>
            </a:r>
            <a:r>
              <a:rPr lang="en-US" sz="2000" dirty="0" err="1" smtClean="0">
                <a:solidFill>
                  <a:schemeClr val="tx1"/>
                </a:solidFill>
              </a:rPr>
              <a:t>Siskawati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20260801180 </a:t>
            </a:r>
            <a:r>
              <a:rPr lang="en-US" sz="2000" dirty="0" err="1" smtClean="0">
                <a:solidFill>
                  <a:schemeClr val="tx1"/>
                </a:solidFill>
              </a:rPr>
              <a:t>muhamad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Agil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Ginayah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20260801002 </a:t>
            </a:r>
            <a:r>
              <a:rPr lang="en-US" sz="2000" dirty="0" err="1" smtClean="0">
                <a:solidFill>
                  <a:schemeClr val="tx1"/>
                </a:solidFill>
              </a:rPr>
              <a:t>Faris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Hilmansyah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20260801240 Muhamad Irfan </a:t>
            </a:r>
            <a:r>
              <a:rPr lang="en-US" sz="2000" dirty="0" err="1" smtClean="0">
                <a:solidFill>
                  <a:schemeClr val="tx1"/>
                </a:solidFill>
              </a:rPr>
              <a:t>Maulana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Febrian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‘20260801245 </a:t>
            </a:r>
            <a:r>
              <a:rPr lang="en-US" sz="2000" dirty="0" err="1" smtClean="0">
                <a:solidFill>
                  <a:schemeClr val="tx1"/>
                </a:solidFill>
              </a:rPr>
              <a:t>Ehsa</a:t>
            </a:r>
            <a:r>
              <a:rPr lang="en-US" sz="2000" dirty="0" smtClean="0">
                <a:solidFill>
                  <a:schemeClr val="tx1"/>
                </a:solidFill>
              </a:rPr>
              <a:t> Zahra </a:t>
            </a:r>
            <a:r>
              <a:rPr lang="en-US" sz="2000" dirty="0" err="1" smtClean="0">
                <a:solidFill>
                  <a:schemeClr val="tx1"/>
                </a:solidFill>
              </a:rPr>
              <a:t>Afída</a:t>
            </a:r>
            <a:endParaRPr lang="en-US" sz="2000" dirty="0" smtClean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20260801098 Muhammad ‘</a:t>
            </a:r>
            <a:r>
              <a:rPr lang="en-US" sz="2000" dirty="0" err="1" smtClean="0">
                <a:solidFill>
                  <a:schemeClr val="tx1"/>
                </a:solidFill>
              </a:rPr>
              <a:t>abdul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fathir</a:t>
            </a:r>
            <a:r>
              <a:rPr lang="en-US" sz="2000" dirty="0" smtClean="0">
                <a:solidFill>
                  <a:schemeClr val="tx1"/>
                </a:solidFill>
              </a:rPr>
              <a:t> el-</a:t>
            </a:r>
            <a:r>
              <a:rPr lang="en-US" sz="2000" dirty="0" err="1" smtClean="0">
                <a:solidFill>
                  <a:schemeClr val="tx1"/>
                </a:solidFill>
              </a:rPr>
              <a:t>masrur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20260801244 </a:t>
            </a:r>
            <a:r>
              <a:rPr lang="en-US" sz="2000" dirty="0" err="1" smtClean="0">
                <a:solidFill>
                  <a:schemeClr val="tx1"/>
                </a:solidFill>
              </a:rPr>
              <a:t>Diani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Fitriani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20260801242 </a:t>
            </a:r>
            <a:r>
              <a:rPr lang="en-US" sz="2000" dirty="0" smtClean="0">
                <a:solidFill>
                  <a:schemeClr val="tx1"/>
                </a:solidFill>
              </a:rPr>
              <a:t>	</a:t>
            </a:r>
            <a:r>
              <a:rPr lang="en-US" sz="2000" dirty="0" err="1" smtClean="0">
                <a:solidFill>
                  <a:schemeClr val="tx1"/>
                </a:solidFill>
              </a:rPr>
              <a:t>jabi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nur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kalim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20260801001      </a:t>
            </a:r>
            <a:r>
              <a:rPr lang="en-US" sz="2000" dirty="0" err="1" smtClean="0">
                <a:solidFill>
                  <a:schemeClr val="tx1"/>
                </a:solidFill>
              </a:rPr>
              <a:t>Dafa</a:t>
            </a:r>
            <a:r>
              <a:rPr lang="en-US" sz="2000" dirty="0" smtClean="0">
                <a:solidFill>
                  <a:schemeClr val="tx1"/>
                </a:solidFill>
              </a:rPr>
              <a:t> Muhamad </a:t>
            </a:r>
            <a:r>
              <a:rPr lang="en-US" sz="2000" dirty="0" err="1" smtClean="0">
                <a:solidFill>
                  <a:schemeClr val="tx1"/>
                </a:solidFill>
              </a:rPr>
              <a:t>Hibatullah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20260803052   </a:t>
            </a:r>
            <a:r>
              <a:rPr lang="en-US" sz="2000" dirty="0" err="1" smtClean="0">
                <a:solidFill>
                  <a:schemeClr val="tx1"/>
                </a:solidFill>
              </a:rPr>
              <a:t>Davinza</a:t>
            </a:r>
            <a:r>
              <a:rPr lang="en-US" sz="2000" dirty="0" smtClean="0">
                <a:solidFill>
                  <a:schemeClr val="tx1"/>
                </a:solidFill>
              </a:rPr>
              <a:t> Al-Hafiz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20260801056 </a:t>
            </a:r>
            <a:r>
              <a:rPr lang="en-US" sz="2000" dirty="0" err="1" smtClean="0">
                <a:solidFill>
                  <a:schemeClr val="tx1"/>
                </a:solidFill>
              </a:rPr>
              <a:t>ilham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ibrahim</a:t>
            </a:r>
            <a:r>
              <a:rPr lang="en-US" sz="2000" dirty="0" smtClean="0">
                <a:solidFill>
                  <a:schemeClr val="tx1"/>
                </a:solidFill>
              </a:rPr>
              <a:t>	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008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 err="1" smtClean="0"/>
              <a:t>Latihan</a:t>
            </a:r>
            <a:r>
              <a:rPr lang="en-US" dirty="0" smtClean="0"/>
              <a:t> </a:t>
            </a:r>
            <a:r>
              <a:rPr lang="en-US" dirty="0" smtClean="0"/>
              <a:t>CR02B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20260803052 </a:t>
            </a:r>
            <a:r>
              <a:rPr lang="en-US" sz="1800" dirty="0" err="1" smtClean="0">
                <a:solidFill>
                  <a:schemeClr val="tx1"/>
                </a:solidFill>
              </a:rPr>
              <a:t>Davinza</a:t>
            </a:r>
            <a:r>
              <a:rPr lang="en-US" sz="1800" dirty="0" smtClean="0">
                <a:solidFill>
                  <a:schemeClr val="tx1"/>
                </a:solidFill>
              </a:rPr>
              <a:t> Al-Hafiz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20260801240 Muhamad Irfan </a:t>
            </a:r>
            <a:r>
              <a:rPr lang="en-US" sz="1800" dirty="0" err="1" smtClean="0">
                <a:solidFill>
                  <a:schemeClr val="tx1"/>
                </a:solidFill>
              </a:rPr>
              <a:t>Maulana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Febrian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20260801244 </a:t>
            </a:r>
            <a:r>
              <a:rPr lang="en-US" sz="1800" dirty="0" err="1" smtClean="0">
                <a:solidFill>
                  <a:schemeClr val="tx1"/>
                </a:solidFill>
              </a:rPr>
              <a:t>Diani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Fitriani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20260801245 </a:t>
            </a:r>
            <a:r>
              <a:rPr lang="en-US" sz="1800" dirty="0" err="1" smtClean="0">
                <a:solidFill>
                  <a:schemeClr val="tx1"/>
                </a:solidFill>
              </a:rPr>
              <a:t>Ehsa</a:t>
            </a:r>
            <a:r>
              <a:rPr lang="en-US" sz="1800" dirty="0" smtClean="0">
                <a:solidFill>
                  <a:schemeClr val="tx1"/>
                </a:solidFill>
              </a:rPr>
              <a:t> Zahra </a:t>
            </a:r>
            <a:r>
              <a:rPr lang="en-US" sz="1800" dirty="0" err="1" smtClean="0">
                <a:solidFill>
                  <a:schemeClr val="tx1"/>
                </a:solidFill>
              </a:rPr>
              <a:t>afida</a:t>
            </a:r>
            <a:endParaRPr lang="en-US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304487"/>
      </p:ext>
    </p:extLst>
  </p:cSld>
  <p:clrMapOvr>
    <a:masterClrMapping/>
  </p:clrMapOvr>
</p:sld>
</file>

<file path=ppt/theme/theme1.xml><?xml version="1.0" encoding="utf-8"?>
<a:theme xmlns:a="http://schemas.openxmlformats.org/drawingml/2006/main" name="0-Blanko-PPT-sesi-2-14 baru (1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0-Blanko-PPT-sesi-2-14 baru (1)</Template>
  <TotalTime>736</TotalTime>
  <Words>424</Words>
  <Application>Microsoft Office PowerPoint</Application>
  <PresentationFormat>On-screen Show (4:3)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Open Sans</vt:lpstr>
      <vt:lpstr>0-Blanko-PPT-sesi-2-14 baru (1)</vt:lpstr>
      <vt:lpstr>Nama Dosen :  Dr. Rahmat Budiarsa, S.Kom.</vt:lpstr>
      <vt:lpstr>Diagram Alir ( Flowchart )</vt:lpstr>
      <vt:lpstr>Simbol — simbol pada diagram alir                (Flowchart)</vt:lpstr>
      <vt:lpstr>PowerPoint Presentation</vt:lpstr>
      <vt:lpstr>PowerPoint Presentation</vt:lpstr>
      <vt:lpstr>PowerPoint Presentation</vt:lpstr>
      <vt:lpstr>PSEUDOCODE   </vt:lpstr>
      <vt:lpstr>PowerPoint Presentation</vt:lpstr>
      <vt:lpstr>PowerPoint Presentation</vt:lpstr>
      <vt:lpstr>PowerPoint Presentation</vt:lpstr>
      <vt:lpstr>Nilai Tambah CR001</vt:lpstr>
      <vt:lpstr>Latihan CR001</vt:lpstr>
      <vt:lpstr>Nilai Tambah</vt:lpstr>
      <vt:lpstr>Latihan CR02B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Mulyo.W</dc:creator>
  <cp:lastModifiedBy>MAHASISWA</cp:lastModifiedBy>
  <cp:revision>46</cp:revision>
  <dcterms:created xsi:type="dcterms:W3CDTF">2019-09-17T08:28:18Z</dcterms:created>
  <dcterms:modified xsi:type="dcterms:W3CDTF">2026-10-01T10:52:49Z</dcterms:modified>
</cp:coreProperties>
</file>